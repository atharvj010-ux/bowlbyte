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BowlByte — Intelligent Canteen Automation, Smart Queue Management and Food Waste Reduction Platform</a:t>
            </a:r>
          </a:p>
          <a:p>
            <a:pPr>
              <a:defRPr sz="2000"/>
            </a:pPr>
            <a:r>
              <a:t>Team: [names not in the repository]</a:t>
            </a:r>
          </a:p>
          <a:p>
            <a:pPr>
              <a:defRPr sz="2000"/>
            </a:pPr>
            <a:r>
              <a:t>Guide: [not in the repository]</a:t>
            </a:r>
          </a:p>
          <a:p>
            <a:pPr>
              <a:defRPr sz="2000"/>
            </a:pPr>
            <a:r>
              <a:t>College: [not confirmed in the repository]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Students cannot see kitchen progress. The last portion can be promised twice. Cash corrections need an audit. Waste is easy to forget and easy to invent.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Order ahead. Prepare at stations. Pay cash at the counter. Record production and waste. Suggest quantities without changing stock by themselves.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Existing versus proposed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Paper tickets have no lock and no receipt log. BowlByte stores the order, the reservation, and the receipt in PostgreSQL and checks the role on the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Browser → Next.js → FastAPI → PostgreSQL. Redis for limits and live hints. Celery for push and training. One web process and one API process.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Student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Menu, cart, cash-pending order, live status, QR when the order is ready. Screens for the demo are the running site on port 3010. Public landing captures are in `deliverables/report/screenshots/` when that folder exists after the P008 capture.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Kitchen and 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One task per portion. Capacity and ticket order. The time shown is an estimate computed with the kitchen update.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Cash and QR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Cashier records the amount. Receipts are insert-only. The QR expires on its own and works once. Pickup needs ready and paid.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In-app notification is in the ready transaction. Push is a later delivery. A push-service acceptance is not a phone display. Phones were not tested.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Food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Batches, waste reasons, demo demand kept apart from real orders, and a plan the manager must approve.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Forecast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Seeded series only. Seasonal naive validation MAE 2.143. HistGradientBoosting 3.000. Baseline kept. No waste reduction number.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Testing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Automated browser and database tests cover the order path, cash races, and QR reuse. Production startup rejects development secrets. Five high npm findings are in ESLint's development tree.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Sign in, order, accept, cook, ready, notify, pay, scan, pick up, show the manager receipt, show the forecast with the synthetic label.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public site. No phone proof. Roster still required for roll numbers. No automatic till close. Local performance is one laptop.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system is ready to demonstrate locally. A supervised pilot needs a roster and an operator. It is not ready for the public internet.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